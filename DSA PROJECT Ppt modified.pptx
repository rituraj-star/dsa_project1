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0" r:id="rId1"/>
  </p:sldMasterIdLst>
  <p:sldIdLst>
    <p:sldId id="256" r:id="rId2"/>
    <p:sldId id="275" r:id="rId3"/>
    <p:sldId id="276" r:id="rId4"/>
    <p:sldId id="257" r:id="rId5"/>
    <p:sldId id="258" r:id="rId6"/>
    <p:sldId id="269" r:id="rId7"/>
    <p:sldId id="261" r:id="rId8"/>
    <p:sldId id="271" r:id="rId9"/>
    <p:sldId id="272" r:id="rId10"/>
    <p:sldId id="273" r:id="rId11"/>
    <p:sldId id="274"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9A03A4-7A0C-47DF-AAC7-2B9E4CB850B6}" v="70" dt="2025-04-14T05:15:59.8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5" d="100"/>
          <a:sy n="85" d="100"/>
        </p:scale>
        <p:origin x="159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uraj52003@gmail.com" userId="110c62e716c5a3f8" providerId="LiveId" clId="{01E9EE42-F1B2-4E4A-B912-1FDADACC9D04}"/>
    <pc:docChg chg="addSld modSld">
      <pc:chgData name="rituraj52003@gmail.com" userId="110c62e716c5a3f8" providerId="LiveId" clId="{01E9EE42-F1B2-4E4A-B912-1FDADACC9D04}" dt="2025-04-14T10:46:39.216" v="4" actId="680"/>
      <pc:docMkLst>
        <pc:docMk/>
      </pc:docMkLst>
      <pc:sldChg chg="modSp mod">
        <pc:chgData name="rituraj52003@gmail.com" userId="110c62e716c5a3f8" providerId="LiveId" clId="{01E9EE42-F1B2-4E4A-B912-1FDADACC9D04}" dt="2025-04-14T10:33:02.537" v="2" actId="14100"/>
        <pc:sldMkLst>
          <pc:docMk/>
          <pc:sldMk cId="906489904" sldId="258"/>
        </pc:sldMkLst>
        <pc:spChg chg="mod">
          <ac:chgData name="rituraj52003@gmail.com" userId="110c62e716c5a3f8" providerId="LiveId" clId="{01E9EE42-F1B2-4E4A-B912-1FDADACC9D04}" dt="2025-04-14T10:33:02.537" v="2" actId="14100"/>
          <ac:spMkLst>
            <pc:docMk/>
            <pc:sldMk cId="906489904" sldId="258"/>
            <ac:spMk id="4" creationId="{1A0B2E42-0762-4BAD-5716-F9D1173F0D87}"/>
          </ac:spMkLst>
        </pc:spChg>
      </pc:sldChg>
      <pc:sldChg chg="new">
        <pc:chgData name="rituraj52003@gmail.com" userId="110c62e716c5a3f8" providerId="LiveId" clId="{01E9EE42-F1B2-4E4A-B912-1FDADACC9D04}" dt="2025-04-14T10:46:38.783" v="3" actId="680"/>
        <pc:sldMkLst>
          <pc:docMk/>
          <pc:sldMk cId="504173229" sldId="275"/>
        </pc:sldMkLst>
      </pc:sldChg>
      <pc:sldChg chg="new">
        <pc:chgData name="rituraj52003@gmail.com" userId="110c62e716c5a3f8" providerId="LiveId" clId="{01E9EE42-F1B2-4E4A-B912-1FDADACC9D04}" dt="2025-04-14T10:46:39.216" v="4" actId="680"/>
        <pc:sldMkLst>
          <pc:docMk/>
          <pc:sldMk cId="3877813640" sldId="276"/>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F655F3A5-64DA-4DAB-82BF-A8708016943C}" type="datetimeFigureOut">
              <a:rPr lang="en-IN" smtClean="0"/>
              <a:t>14-04-2025</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283526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55F3A5-64DA-4DAB-82BF-A8708016943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2006067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F655F3A5-64DA-4DAB-82BF-A8708016943C}" type="datetimeFigureOut">
              <a:rPr lang="en-IN" smtClean="0"/>
              <a:t>14-04-2025</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3389378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55F3A5-64DA-4DAB-82BF-A8708016943C}" type="datetimeFigureOut">
              <a:rPr lang="en-IN" smtClean="0"/>
              <a:t>14-04-2025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1420816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55F3A5-64DA-4DAB-82BF-A8708016943C}" type="datetimeFigureOut">
              <a:rPr lang="en-IN" smtClean="0"/>
              <a:t>14-04-2025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3602520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55F3A5-64DA-4DAB-82BF-A8708016943C}" type="datetimeFigureOut">
              <a:rPr lang="en-IN" smtClean="0"/>
              <a:t>14-04-2025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263676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55F3A5-64DA-4DAB-82BF-A8708016943C}" type="datetimeFigureOut">
              <a:rPr lang="en-IN" smtClean="0"/>
              <a:t>14-04-2025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1154798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55F3A5-64DA-4DAB-82BF-A8708016943C}" type="datetimeFigureOut">
              <a:rPr lang="en-IN" smtClean="0"/>
              <a:t>14-04-2025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354362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55F3A5-64DA-4DAB-82BF-A8708016943C}" type="datetimeFigureOut">
              <a:rPr lang="en-IN" smtClean="0"/>
              <a:t>14-04-2025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1760096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55F3A5-64DA-4DAB-82BF-A8708016943C}" type="datetimeFigureOut">
              <a:rPr lang="en-IN" smtClean="0"/>
              <a:t>14-04-2025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2085049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F655F3A5-64DA-4DAB-82BF-A8708016943C}" type="datetimeFigureOut">
              <a:rPr lang="en-IN" smtClean="0"/>
              <a:t>14-04-2025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28451361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F655F3A5-64DA-4DAB-82BF-A8708016943C}" type="datetimeFigureOut">
              <a:rPr lang="en-IN" smtClean="0"/>
              <a:t>14-04-2025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B54E2F62-35C4-470B-8E7F-577951516104}"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146215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F655F3A5-64DA-4DAB-82BF-A8708016943C}" type="datetimeFigureOut">
              <a:rPr lang="en-IN" smtClean="0"/>
              <a:t>14-04-2025</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8280842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655F3A5-64DA-4DAB-82BF-A8708016943C}" type="datetimeFigureOut">
              <a:rPr lang="en-IN" smtClean="0"/>
              <a:t>14-04-2025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2037529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655F3A5-64DA-4DAB-82BF-A8708016943C}" type="datetimeFigureOut">
              <a:rPr lang="en-IN" smtClean="0"/>
              <a:t>14-04-2025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3350844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55F3A5-64DA-4DAB-82BF-A8708016943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27445759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F655F3A5-64DA-4DAB-82BF-A8708016943C}" type="datetimeFigureOut">
              <a:rPr lang="en-IN" smtClean="0"/>
              <a:t>14-04-2025</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B54E2F62-35C4-470B-8E7F-577951516104}" type="slidenum">
              <a:rPr lang="en-IN" smtClean="0"/>
              <a:t>‹#›</a:t>
            </a:fld>
            <a:endParaRPr lang="en-IN"/>
          </a:p>
        </p:txBody>
      </p:sp>
    </p:spTree>
    <p:extLst>
      <p:ext uri="{BB962C8B-B14F-4D97-AF65-F5344CB8AC3E}">
        <p14:creationId xmlns:p14="http://schemas.microsoft.com/office/powerpoint/2010/main" val="3694282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655F3A5-64DA-4DAB-82BF-A8708016943C}" type="datetimeFigureOut">
              <a:rPr lang="en-IN" smtClean="0"/>
              <a:t>14-04-2025</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54E2F62-35C4-470B-8E7F-577951516104}" type="slidenum">
              <a:rPr lang="en-IN" smtClean="0"/>
              <a:t>‹#›</a:t>
            </a:fld>
            <a:endParaRPr lang="en-IN"/>
          </a:p>
        </p:txBody>
      </p:sp>
    </p:spTree>
    <p:extLst>
      <p:ext uri="{BB962C8B-B14F-4D97-AF65-F5344CB8AC3E}">
        <p14:creationId xmlns:p14="http://schemas.microsoft.com/office/powerpoint/2010/main" val="1081643364"/>
      </p:ext>
    </p:extLst>
  </p:cSld>
  <p:clrMap bg1="dk1" tx1="lt1" bg2="dk2" tx2="lt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 id="2147483982" r:id="rId12"/>
    <p:sldLayoutId id="2147483983" r:id="rId13"/>
    <p:sldLayoutId id="2147483984" r:id="rId14"/>
    <p:sldLayoutId id="2147483985" r:id="rId15"/>
    <p:sldLayoutId id="2147483986" r:id="rId16"/>
    <p:sldLayoutId id="214748398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B5C98-067C-BB45-BAA4-CA146CDF2522}"/>
              </a:ext>
            </a:extLst>
          </p:cNvPr>
          <p:cNvSpPr>
            <a:spLocks noGrp="1"/>
          </p:cNvSpPr>
          <p:nvPr>
            <p:ph type="ctrTitle"/>
          </p:nvPr>
        </p:nvSpPr>
        <p:spPr/>
        <p:txBody>
          <a:bodyPr/>
          <a:lstStyle/>
          <a:p>
            <a:pPr algn="ctr"/>
            <a:r>
              <a:rPr lang="en-IN" dirty="0">
                <a:solidFill>
                  <a:schemeClr val="accent2">
                    <a:lumMod val="75000"/>
                  </a:schemeClr>
                </a:solidFill>
                <a:highlight>
                  <a:srgbClr val="C0C0C0"/>
                </a:highlight>
                <a:latin typeface="Algerian" panose="04020705040A02060702" pitchFamily="82" charset="0"/>
              </a:rPr>
              <a:t>~ DSA PROJECT ~</a:t>
            </a:r>
          </a:p>
        </p:txBody>
      </p:sp>
      <p:sp>
        <p:nvSpPr>
          <p:cNvPr id="3" name="Subtitle 2">
            <a:extLst>
              <a:ext uri="{FF2B5EF4-FFF2-40B4-BE49-F238E27FC236}">
                <a16:creationId xmlns:a16="http://schemas.microsoft.com/office/drawing/2014/main" id="{BF748A7E-B09E-A27C-C5EB-449FCA2B89FA}"/>
              </a:ext>
            </a:extLst>
          </p:cNvPr>
          <p:cNvSpPr>
            <a:spLocks noGrp="1"/>
          </p:cNvSpPr>
          <p:nvPr>
            <p:ph type="subTitle" idx="1"/>
          </p:nvPr>
        </p:nvSpPr>
        <p:spPr>
          <a:xfrm>
            <a:off x="1371600" y="3941765"/>
            <a:ext cx="10504311" cy="1515532"/>
          </a:xfrm>
        </p:spPr>
        <p:txBody>
          <a:bodyPr>
            <a:noAutofit/>
          </a:bodyPr>
          <a:lstStyle/>
          <a:p>
            <a:r>
              <a:rPr lang="en-IN" sz="4400" b="1" u="sng" dirty="0">
                <a:latin typeface="Bauhaus 93" panose="04030905020B02020C02" pitchFamily="82" charset="0"/>
              </a:rPr>
              <a:t>TOPIC : AIRPORT BAGGAGE MANAGEMENT SYSTEM</a:t>
            </a:r>
          </a:p>
          <a:p>
            <a:endParaRPr lang="en-IN" sz="4400" b="1" u="sng" dirty="0"/>
          </a:p>
          <a:p>
            <a:endParaRPr lang="en-IN" sz="3200" b="1" u="sng" dirty="0"/>
          </a:p>
        </p:txBody>
      </p:sp>
      <p:sp>
        <p:nvSpPr>
          <p:cNvPr id="4" name="TextBox 3">
            <a:extLst>
              <a:ext uri="{FF2B5EF4-FFF2-40B4-BE49-F238E27FC236}">
                <a16:creationId xmlns:a16="http://schemas.microsoft.com/office/drawing/2014/main" id="{0D9F87F3-0CC1-5A69-ACE3-6310D168AA59}"/>
              </a:ext>
            </a:extLst>
          </p:cNvPr>
          <p:cNvSpPr txBox="1"/>
          <p:nvPr/>
        </p:nvSpPr>
        <p:spPr>
          <a:xfrm>
            <a:off x="8873067" y="536034"/>
            <a:ext cx="3318933" cy="954107"/>
          </a:xfrm>
          <a:prstGeom prst="rect">
            <a:avLst/>
          </a:prstGeom>
          <a:noFill/>
        </p:spPr>
        <p:txBody>
          <a:bodyPr wrap="square" rtlCol="0">
            <a:spAutoFit/>
          </a:bodyPr>
          <a:lstStyle/>
          <a:p>
            <a:pPr marL="457200" indent="-457200">
              <a:buFontTx/>
              <a:buChar char="-"/>
            </a:pPr>
            <a:r>
              <a:rPr lang="en-IN" sz="2800" dirty="0">
                <a:solidFill>
                  <a:srgbClr val="002060"/>
                </a:solidFill>
              </a:rPr>
              <a:t>By Rituraj</a:t>
            </a:r>
          </a:p>
          <a:p>
            <a:pPr marL="457200" indent="-457200">
              <a:buFontTx/>
              <a:buChar char="-"/>
            </a:pPr>
            <a:r>
              <a:rPr lang="en-IN" sz="2800" dirty="0">
                <a:solidFill>
                  <a:srgbClr val="002060"/>
                </a:solidFill>
              </a:rPr>
              <a:t>24BTDATA0033</a:t>
            </a:r>
          </a:p>
        </p:txBody>
      </p:sp>
    </p:spTree>
    <p:extLst>
      <p:ext uri="{BB962C8B-B14F-4D97-AF65-F5344CB8AC3E}">
        <p14:creationId xmlns:p14="http://schemas.microsoft.com/office/powerpoint/2010/main" val="374957959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08B21-8F06-44F7-B976-CCF3F0FAE4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14F9FB2-CAFB-1332-0216-F358C900ADC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504173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384C3-C83A-62CE-9A94-5C237861B2A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2FF3AEC-FDE6-26EF-CDF5-7D626BB1AA0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877813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E9B91-22A9-98C2-236F-EC0E3122FCD3}"/>
              </a:ext>
            </a:extLst>
          </p:cNvPr>
          <p:cNvSpPr>
            <a:spLocks noGrp="1"/>
          </p:cNvSpPr>
          <p:nvPr>
            <p:ph type="title"/>
          </p:nvPr>
        </p:nvSpPr>
        <p:spPr>
          <a:xfrm>
            <a:off x="773289" y="639315"/>
            <a:ext cx="8610600" cy="1293028"/>
          </a:xfrm>
        </p:spPr>
        <p:txBody>
          <a:bodyPr>
            <a:normAutofit/>
          </a:bodyPr>
          <a:lstStyle/>
          <a:p>
            <a:pPr algn="l"/>
            <a:r>
              <a:rPr lang="en-IN" b="1" u="sng" dirty="0">
                <a:solidFill>
                  <a:schemeClr val="accent5">
                    <a:lumMod val="75000"/>
                  </a:schemeClr>
                </a:solidFill>
                <a:latin typeface="Algerian" panose="04020705040A02060702" pitchFamily="82" charset="0"/>
              </a:rPr>
              <a:t>Introduction</a:t>
            </a:r>
            <a:r>
              <a:rPr lang="en-IN" sz="4000" b="1" u="sng" dirty="0">
                <a:solidFill>
                  <a:schemeClr val="accent5">
                    <a:lumMod val="75000"/>
                  </a:schemeClr>
                </a:solidFill>
                <a:latin typeface="Algerian" panose="04020705040A02060702" pitchFamily="82" charset="0"/>
              </a:rPr>
              <a:t> </a:t>
            </a:r>
            <a:r>
              <a:rPr lang="en-IN" sz="4000" b="1" u="sng" dirty="0"/>
              <a:t>:-  </a:t>
            </a:r>
          </a:p>
        </p:txBody>
      </p:sp>
      <p:sp>
        <p:nvSpPr>
          <p:cNvPr id="3" name="Content Placeholder 2">
            <a:extLst>
              <a:ext uri="{FF2B5EF4-FFF2-40B4-BE49-F238E27FC236}">
                <a16:creationId xmlns:a16="http://schemas.microsoft.com/office/drawing/2014/main" id="{CB8A473C-9DC1-3051-A8C5-9F09A9E9EC18}"/>
              </a:ext>
            </a:extLst>
          </p:cNvPr>
          <p:cNvSpPr>
            <a:spLocks noGrp="1"/>
          </p:cNvSpPr>
          <p:nvPr>
            <p:ph idx="1"/>
          </p:nvPr>
        </p:nvSpPr>
        <p:spPr/>
        <p:txBody>
          <a:bodyPr>
            <a:normAutofit/>
          </a:bodyPr>
          <a:lstStyle/>
          <a:p>
            <a:r>
              <a:rPr lang="en-IN" sz="2800" dirty="0">
                <a:latin typeface="Artifakt Element Heavy" panose="020B0B03050000020004" pitchFamily="34" charset="0"/>
                <a:ea typeface="Artifakt Element Heavy" panose="020B0B03050000020004" pitchFamily="34" charset="0"/>
              </a:rPr>
              <a:t>This project simulates an Airport Baggage Handling System using Circular and Priority Queues in C. Circular Queue manages conveyor belt operations efficiently, while Priority Queue ensures timely processing of VIP and fragile baggage. The system mimics real-time baggage flow, optimizing sorting and handling to reduce delays and improve overall airport luggage management performance</a:t>
            </a:r>
            <a:r>
              <a:rPr lang="en-IN" sz="2800" dirty="0"/>
              <a:t>.</a:t>
            </a:r>
          </a:p>
        </p:txBody>
      </p:sp>
    </p:spTree>
    <p:extLst>
      <p:ext uri="{BB962C8B-B14F-4D97-AF65-F5344CB8AC3E}">
        <p14:creationId xmlns:p14="http://schemas.microsoft.com/office/powerpoint/2010/main" val="18904401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0B2E42-0762-4BAD-5716-F9D1173F0D87}"/>
              </a:ext>
            </a:extLst>
          </p:cNvPr>
          <p:cNvSpPr txBox="1"/>
          <p:nvPr/>
        </p:nvSpPr>
        <p:spPr>
          <a:xfrm>
            <a:off x="982133" y="2020711"/>
            <a:ext cx="7123289" cy="3046988"/>
          </a:xfrm>
          <a:prstGeom prst="rect">
            <a:avLst/>
          </a:prstGeom>
          <a:noFill/>
        </p:spPr>
        <p:txBody>
          <a:bodyPr wrap="square" rtlCol="0">
            <a:spAutoFit/>
          </a:bodyPr>
          <a:lstStyle/>
          <a:p>
            <a:r>
              <a:rPr lang="en-US" sz="3200" b="1" u="sng" dirty="0">
                <a:solidFill>
                  <a:srgbClr val="CC0000"/>
                </a:solidFill>
              </a:rPr>
              <a:t>Aim of the project:</a:t>
            </a:r>
            <a:endParaRPr lang="en-US" dirty="0">
              <a:solidFill>
                <a:srgbClr val="CC0000"/>
              </a:solidFill>
            </a:endParaRPr>
          </a:p>
          <a:p>
            <a:r>
              <a:rPr lang="en-US" sz="2000" dirty="0"/>
              <a:t>The project airport baggage by simulating real-time handling using Data Structures an addresses the challenge of efficiently managing d Algorithms. It demonstrates how Circular Queues optimize conveyor belt usage and how Priority Queues ensure quick and organized processing of high-priority baggage, such as fragile or VIP items, enhancing speed and reliability in baggage systems.</a:t>
            </a:r>
            <a:endParaRPr lang="en-IN" dirty="0"/>
          </a:p>
        </p:txBody>
      </p:sp>
    </p:spTree>
    <p:extLst>
      <p:ext uri="{BB962C8B-B14F-4D97-AF65-F5344CB8AC3E}">
        <p14:creationId xmlns:p14="http://schemas.microsoft.com/office/powerpoint/2010/main" val="906489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8FAF0-57EB-8BD5-0F0A-361AE66F8DE1}"/>
              </a:ext>
            </a:extLst>
          </p:cNvPr>
          <p:cNvSpPr>
            <a:spLocks noGrp="1"/>
          </p:cNvSpPr>
          <p:nvPr>
            <p:ph type="title"/>
          </p:nvPr>
        </p:nvSpPr>
        <p:spPr>
          <a:xfrm>
            <a:off x="685800" y="753084"/>
            <a:ext cx="8610600" cy="1293028"/>
          </a:xfrm>
        </p:spPr>
        <p:txBody>
          <a:bodyPr/>
          <a:lstStyle/>
          <a:p>
            <a:pPr algn="l"/>
            <a:r>
              <a:rPr lang="en-IN" sz="4000" b="1" u="sng" dirty="0">
                <a:solidFill>
                  <a:schemeClr val="accent6"/>
                </a:solidFill>
              </a:rPr>
              <a:t>Technologies Used:</a:t>
            </a:r>
            <a:endParaRPr lang="en-IN" dirty="0"/>
          </a:p>
        </p:txBody>
      </p:sp>
      <p:sp>
        <p:nvSpPr>
          <p:cNvPr id="3" name="Content Placeholder 2">
            <a:extLst>
              <a:ext uri="{FF2B5EF4-FFF2-40B4-BE49-F238E27FC236}">
                <a16:creationId xmlns:a16="http://schemas.microsoft.com/office/drawing/2014/main" id="{6B7C7D08-03D7-7EB6-AF3E-03AE9B1A983A}"/>
              </a:ext>
            </a:extLst>
          </p:cNvPr>
          <p:cNvSpPr>
            <a:spLocks noGrp="1"/>
          </p:cNvSpPr>
          <p:nvPr>
            <p:ph idx="1"/>
          </p:nvPr>
        </p:nvSpPr>
        <p:spPr/>
        <p:txBody>
          <a:bodyPr/>
          <a:lstStyle/>
          <a:p>
            <a:pPr>
              <a:buFont typeface="Arial" panose="020B0604020202020204" pitchFamily="34" charset="0"/>
              <a:buChar char="•"/>
            </a:pPr>
            <a:endParaRPr lang="en-IN" b="1" dirty="0"/>
          </a:p>
          <a:p>
            <a:pPr>
              <a:buFont typeface="Arial" panose="020B0604020202020204" pitchFamily="34" charset="0"/>
              <a:buChar char="•"/>
            </a:pPr>
            <a:r>
              <a:rPr lang="en-IN" sz="2000" b="1" dirty="0"/>
              <a:t>Programming Language:</a:t>
            </a:r>
            <a:r>
              <a:rPr lang="en-IN" sz="2000" dirty="0"/>
              <a:t> C</a:t>
            </a:r>
          </a:p>
          <a:p>
            <a:pPr>
              <a:buFont typeface="Arial" panose="020B0604020202020204" pitchFamily="34" charset="0"/>
              <a:buChar char="•"/>
            </a:pPr>
            <a:endParaRPr lang="en-IN" sz="2000" b="1" dirty="0"/>
          </a:p>
          <a:p>
            <a:pPr>
              <a:buFont typeface="Arial" panose="020B0604020202020204" pitchFamily="34" charset="0"/>
              <a:buChar char="•"/>
            </a:pPr>
            <a:r>
              <a:rPr lang="en-IN" sz="2000" b="1" dirty="0"/>
              <a:t>Data Structures:</a:t>
            </a:r>
            <a:r>
              <a:rPr lang="en-IN" sz="2000" dirty="0"/>
              <a:t> Circular Queue, Priority Queue</a:t>
            </a:r>
          </a:p>
          <a:p>
            <a:pPr>
              <a:buFont typeface="Arial" panose="020B0604020202020204" pitchFamily="34" charset="0"/>
              <a:buChar char="•"/>
            </a:pPr>
            <a:endParaRPr lang="en-IN" sz="2000" b="1" dirty="0"/>
          </a:p>
          <a:p>
            <a:pPr>
              <a:buFont typeface="Arial" panose="020B0604020202020204" pitchFamily="34" charset="0"/>
              <a:buChar char="•"/>
            </a:pPr>
            <a:r>
              <a:rPr lang="en-IN" sz="2000" b="1" dirty="0"/>
              <a:t>Tools:</a:t>
            </a:r>
            <a:r>
              <a:rPr lang="en-IN" sz="2000" dirty="0"/>
              <a:t> VS Code , Microsoft PowerPoint</a:t>
            </a:r>
          </a:p>
          <a:p>
            <a:endParaRPr lang="en-IN" dirty="0"/>
          </a:p>
          <a:p>
            <a:endParaRPr lang="en-IN" dirty="0"/>
          </a:p>
        </p:txBody>
      </p:sp>
    </p:spTree>
    <p:extLst>
      <p:ext uri="{BB962C8B-B14F-4D97-AF65-F5344CB8AC3E}">
        <p14:creationId xmlns:p14="http://schemas.microsoft.com/office/powerpoint/2010/main" val="19663184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054C6D-ACA5-F441-32A6-96F733DDD5BB}"/>
              </a:ext>
            </a:extLst>
          </p:cNvPr>
          <p:cNvSpPr txBox="1"/>
          <p:nvPr/>
        </p:nvSpPr>
        <p:spPr>
          <a:xfrm>
            <a:off x="1162755" y="860778"/>
            <a:ext cx="10148711" cy="4585871"/>
          </a:xfrm>
          <a:prstGeom prst="rect">
            <a:avLst/>
          </a:prstGeom>
          <a:noFill/>
        </p:spPr>
        <p:txBody>
          <a:bodyPr wrap="square" rtlCol="0">
            <a:spAutoFit/>
          </a:bodyPr>
          <a:lstStyle/>
          <a:p>
            <a:pPr>
              <a:buNone/>
            </a:pPr>
            <a:r>
              <a:rPr lang="en-IN" sz="3200" b="1" u="sng" dirty="0">
                <a:solidFill>
                  <a:schemeClr val="accent3"/>
                </a:solidFill>
                <a:latin typeface="Algerian" panose="04020705040A02060702" pitchFamily="82" charset="0"/>
              </a:rPr>
              <a:t>Algorithm: </a:t>
            </a:r>
          </a:p>
          <a:p>
            <a:pPr>
              <a:buNone/>
            </a:pPr>
            <a:endParaRPr lang="en-IN" sz="2000" dirty="0"/>
          </a:p>
          <a:p>
            <a:pPr>
              <a:buFont typeface="+mj-lt"/>
              <a:buAutoNum type="arabicPeriod"/>
            </a:pPr>
            <a:r>
              <a:rPr lang="en-IN" sz="2000" dirty="0"/>
              <a:t> Initialize Circular Queue for conveyor belt</a:t>
            </a:r>
          </a:p>
          <a:p>
            <a:pPr>
              <a:buFont typeface="+mj-lt"/>
              <a:buAutoNum type="arabicPeriod"/>
            </a:pPr>
            <a:r>
              <a:rPr lang="en-IN" sz="2000" dirty="0"/>
              <a:t> Initialize Priority Queue for baggage based on priority</a:t>
            </a:r>
          </a:p>
          <a:p>
            <a:pPr>
              <a:buFont typeface="+mj-lt"/>
              <a:buAutoNum type="arabicPeriod"/>
            </a:pPr>
            <a:r>
              <a:rPr lang="en-IN" sz="2000" dirty="0"/>
              <a:t> Input baggage details (ID, type, priority: Normal/Fragile/VIP)</a:t>
            </a:r>
          </a:p>
          <a:p>
            <a:pPr>
              <a:buFont typeface="+mj-lt"/>
              <a:buAutoNum type="arabicPeriod"/>
            </a:pPr>
            <a:r>
              <a:rPr lang="en-IN" sz="2000" dirty="0"/>
              <a:t> If priority is high (VIP/Fragile),</a:t>
            </a:r>
            <a:br>
              <a:rPr lang="en-IN" sz="2000" dirty="0"/>
            </a:br>
            <a:r>
              <a:rPr lang="en-IN" sz="2000" dirty="0"/>
              <a:t>   Insert baggage into Priority Queue</a:t>
            </a:r>
          </a:p>
          <a:p>
            <a:pPr>
              <a:buFont typeface="+mj-lt"/>
              <a:buAutoNum type="arabicPeriod"/>
            </a:pPr>
            <a:r>
              <a:rPr lang="en-IN" sz="2000" dirty="0"/>
              <a:t> Else</a:t>
            </a:r>
            <a:br>
              <a:rPr lang="en-IN" sz="2000" dirty="0"/>
            </a:br>
            <a:r>
              <a:rPr lang="en-IN" sz="2000" dirty="0"/>
              <a:t>   Insert baggage into Circular Queue</a:t>
            </a:r>
          </a:p>
          <a:p>
            <a:pPr>
              <a:buFont typeface="+mj-lt"/>
              <a:buAutoNum type="arabicPeriod"/>
            </a:pPr>
            <a:r>
              <a:rPr lang="en-IN" sz="2000" dirty="0"/>
              <a:t> Process Priority Queue first (dequeue and display baggage)</a:t>
            </a:r>
          </a:p>
          <a:p>
            <a:pPr>
              <a:buFont typeface="+mj-lt"/>
              <a:buAutoNum type="arabicPeriod"/>
            </a:pPr>
            <a:r>
              <a:rPr lang="en-IN" sz="2000" dirty="0"/>
              <a:t> Then Process Circular Queue (dequeue and display baggage)</a:t>
            </a:r>
          </a:p>
          <a:p>
            <a:pPr>
              <a:buFont typeface="+mj-lt"/>
              <a:buAutoNum type="arabicPeriod"/>
            </a:pPr>
            <a:r>
              <a:rPr lang="en-IN" sz="2000" dirty="0"/>
              <a:t>  Simulate baggage movement and updates</a:t>
            </a:r>
          </a:p>
          <a:p>
            <a:pPr>
              <a:buFont typeface="+mj-lt"/>
              <a:buAutoNum type="arabicPeriod"/>
            </a:pPr>
            <a:r>
              <a:rPr lang="en-IN" sz="2000" dirty="0"/>
              <a:t> Repeat steps 4–9 until all baggage is processed</a:t>
            </a:r>
          </a:p>
          <a:p>
            <a:pPr>
              <a:buFont typeface="+mj-lt"/>
              <a:buAutoNum type="arabicPeriod"/>
            </a:pPr>
            <a:r>
              <a:rPr lang="en-IN" sz="2000" dirty="0"/>
              <a:t> End</a:t>
            </a:r>
          </a:p>
        </p:txBody>
      </p:sp>
    </p:spTree>
    <p:extLst>
      <p:ext uri="{BB962C8B-B14F-4D97-AF65-F5344CB8AC3E}">
        <p14:creationId xmlns:p14="http://schemas.microsoft.com/office/powerpoint/2010/main" val="12129614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C6562-48A7-F78D-5CF9-1980CEA1F730}"/>
              </a:ext>
            </a:extLst>
          </p:cNvPr>
          <p:cNvSpPr>
            <a:spLocks noGrp="1"/>
          </p:cNvSpPr>
          <p:nvPr>
            <p:ph type="title"/>
          </p:nvPr>
        </p:nvSpPr>
        <p:spPr>
          <a:xfrm>
            <a:off x="603956" y="132195"/>
            <a:ext cx="8610600" cy="1293028"/>
          </a:xfrm>
        </p:spPr>
        <p:txBody>
          <a:bodyPr>
            <a:normAutofit/>
          </a:bodyPr>
          <a:lstStyle/>
          <a:p>
            <a:pPr algn="l"/>
            <a:r>
              <a:rPr lang="en-IN" sz="5400" dirty="0">
                <a:solidFill>
                  <a:srgbClr val="FFFF00"/>
                </a:solidFill>
                <a:latin typeface="Algerian" panose="04020705040A02060702" pitchFamily="82" charset="0"/>
              </a:rPr>
              <a:t>Features:</a:t>
            </a:r>
          </a:p>
        </p:txBody>
      </p:sp>
      <p:sp>
        <p:nvSpPr>
          <p:cNvPr id="9" name="Rectangle 6">
            <a:extLst>
              <a:ext uri="{FF2B5EF4-FFF2-40B4-BE49-F238E27FC236}">
                <a16:creationId xmlns:a16="http://schemas.microsoft.com/office/drawing/2014/main" id="{61E492CA-03D3-850A-2098-625D21839924}"/>
              </a:ext>
            </a:extLst>
          </p:cNvPr>
          <p:cNvSpPr>
            <a:spLocks noChangeArrowheads="1"/>
          </p:cNvSpPr>
          <p:nvPr/>
        </p:nvSpPr>
        <p:spPr bwMode="auto">
          <a:xfrm>
            <a:off x="225779" y="847273"/>
            <a:ext cx="10984089" cy="587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Dual Queue System</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Priority Queue (urgent baggage)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Circular Queue (regular baggage)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Priority-Based Processing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Max-heap logic for high-priority baggage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FIFO Circular Queue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Efficient space use with wrap-around logic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Menu-Driven Interface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Easy to use with clear options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Input Validation &amp; Error Handling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Prevents invalid data and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Peek &amp; Process Options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View next baggage without removing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Efficient Operations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Priority Queue: O(log n), Circular Queue: O(1)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Real-World Simulation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Mimics airport baggage handling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165900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FDFF4-1CF4-604A-99DB-622D7CEBB324}"/>
              </a:ext>
            </a:extLst>
          </p:cNvPr>
          <p:cNvSpPr>
            <a:spLocks noGrp="1"/>
          </p:cNvSpPr>
          <p:nvPr>
            <p:ph type="title"/>
          </p:nvPr>
        </p:nvSpPr>
        <p:spPr>
          <a:xfrm>
            <a:off x="920044" y="639315"/>
            <a:ext cx="11068755" cy="1293028"/>
          </a:xfrm>
        </p:spPr>
        <p:txBody>
          <a:bodyPr/>
          <a:lstStyle/>
          <a:p>
            <a:pPr algn="ctr"/>
            <a:r>
              <a:rPr lang="en-IN" dirty="0">
                <a:solidFill>
                  <a:srgbClr val="7030A0"/>
                </a:solidFill>
                <a:latin typeface="Algerian" panose="04020705040A02060702" pitchFamily="82" charset="0"/>
              </a:rPr>
              <a:t>Data Structures used:</a:t>
            </a:r>
          </a:p>
        </p:txBody>
      </p:sp>
      <p:sp>
        <p:nvSpPr>
          <p:cNvPr id="14" name="Rectangle 11">
            <a:extLst>
              <a:ext uri="{FF2B5EF4-FFF2-40B4-BE49-F238E27FC236}">
                <a16:creationId xmlns:a16="http://schemas.microsoft.com/office/drawing/2014/main" id="{E491545C-96FF-2089-7A8B-144687659926}"/>
              </a:ext>
            </a:extLst>
          </p:cNvPr>
          <p:cNvSpPr>
            <a:spLocks noGrp="1" noChangeArrowheads="1"/>
          </p:cNvSpPr>
          <p:nvPr>
            <p:ph idx="1"/>
          </p:nvPr>
        </p:nvSpPr>
        <p:spPr bwMode="auto">
          <a:xfrm>
            <a:off x="383822" y="2262763"/>
            <a:ext cx="10905067"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Priority Queue (Max-Heap)</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Stores urgent baggage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Processes highest priority first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Uses </a:t>
            </a:r>
            <a:r>
              <a:rPr kumimoji="0" lang="en-US" altLang="en-US" sz="2800" b="0" i="0" u="none" strike="noStrike" cap="none" normalizeH="0" baseline="0" dirty="0" err="1">
                <a:ln>
                  <a:noFill/>
                </a:ln>
                <a:solidFill>
                  <a:schemeClr val="tx1"/>
                </a:solidFill>
                <a:effectLst/>
                <a:latin typeface="Arial Unicode MS" panose="020B0604020202020204" pitchFamily="34" charset="-128"/>
              </a:rPr>
              <a:t>heapify_up</a:t>
            </a:r>
            <a:r>
              <a:rPr kumimoji="0" lang="en-US" altLang="en-US" sz="2800" b="0" i="0" u="none" strike="noStrike" cap="none" normalizeH="0" baseline="0" dirty="0">
                <a:ln>
                  <a:noFill/>
                </a:ln>
                <a:solidFill>
                  <a:schemeClr val="tx1"/>
                </a:solidFill>
                <a:effectLst/>
              </a:rPr>
              <a:t> and </a:t>
            </a:r>
            <a:r>
              <a:rPr kumimoji="0" lang="en-US" altLang="en-US" sz="2800" b="0" i="0" u="none" strike="noStrike" cap="none" normalizeH="0" baseline="0" dirty="0" err="1">
                <a:ln>
                  <a:noFill/>
                </a:ln>
                <a:solidFill>
                  <a:schemeClr val="tx1"/>
                </a:solidFill>
                <a:effectLst/>
                <a:latin typeface="Arial Unicode MS" panose="020B0604020202020204" pitchFamily="34" charset="-128"/>
              </a:rPr>
              <a:t>heapify_down</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Circular Queue (FIFO)</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Stores regular baggage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First-In-First-Out processing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Uses fixed-size array with wrap-around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520286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6C521-9540-5C96-5A76-42E869E28F40}"/>
              </a:ext>
            </a:extLst>
          </p:cNvPr>
          <p:cNvSpPr>
            <a:spLocks noGrp="1"/>
          </p:cNvSpPr>
          <p:nvPr>
            <p:ph type="title"/>
          </p:nvPr>
        </p:nvSpPr>
        <p:spPr>
          <a:xfrm>
            <a:off x="1433689" y="225777"/>
            <a:ext cx="8514644" cy="1222023"/>
          </a:xfrm>
        </p:spPr>
        <p:txBody>
          <a:bodyPr>
            <a:normAutofit fontScale="90000"/>
          </a:bodyPr>
          <a:lstStyle/>
          <a:p>
            <a:pPr algn="ctr"/>
            <a:r>
              <a:rPr lang="en-IN" b="1" u="sng" dirty="0"/>
              <a:t>⚙️ </a:t>
            </a:r>
            <a:r>
              <a:rPr lang="en-IN" sz="4400" b="1" u="sng" dirty="0">
                <a:solidFill>
                  <a:schemeClr val="accent6">
                    <a:lumMod val="75000"/>
                  </a:schemeClr>
                </a:solidFill>
                <a:latin typeface="Algerian" panose="04020705040A02060702" pitchFamily="82" charset="0"/>
              </a:rPr>
              <a:t>Functional Model:</a:t>
            </a:r>
            <a:br>
              <a:rPr lang="en-IN" b="1" u="sng" dirty="0"/>
            </a:br>
            <a:endParaRPr lang="en-IN" b="1" u="sng" dirty="0"/>
          </a:p>
        </p:txBody>
      </p:sp>
      <p:sp>
        <p:nvSpPr>
          <p:cNvPr id="3" name="Content Placeholder 2">
            <a:extLst>
              <a:ext uri="{FF2B5EF4-FFF2-40B4-BE49-F238E27FC236}">
                <a16:creationId xmlns:a16="http://schemas.microsoft.com/office/drawing/2014/main" id="{DDBED04A-5D38-50F2-927C-C1F75764F235}"/>
              </a:ext>
            </a:extLst>
          </p:cNvPr>
          <p:cNvSpPr>
            <a:spLocks noGrp="1"/>
          </p:cNvSpPr>
          <p:nvPr>
            <p:ph idx="1"/>
          </p:nvPr>
        </p:nvSpPr>
        <p:spPr>
          <a:xfrm>
            <a:off x="338667" y="1140178"/>
            <a:ext cx="11167533" cy="5407378"/>
          </a:xfrm>
        </p:spPr>
        <p:txBody>
          <a:bodyPr>
            <a:normAutofit/>
          </a:bodyPr>
          <a:lstStyle/>
          <a:p>
            <a:pPr>
              <a:buFont typeface="Arial" panose="020B0604020202020204" pitchFamily="34" charset="0"/>
              <a:buChar char="•"/>
            </a:pPr>
            <a:r>
              <a:rPr lang="en-IN" b="1" dirty="0"/>
              <a:t>User Input Module</a:t>
            </a:r>
            <a:endParaRPr lang="en-IN" dirty="0"/>
          </a:p>
          <a:p>
            <a:pPr marL="742950" lvl="1" indent="-285750">
              <a:buFont typeface="Arial" panose="020B0604020202020204" pitchFamily="34" charset="0"/>
              <a:buChar char="•"/>
            </a:pPr>
            <a:r>
              <a:rPr lang="en-IN" dirty="0"/>
              <a:t>Menu-driven interface for operations</a:t>
            </a:r>
          </a:p>
          <a:p>
            <a:pPr>
              <a:buFont typeface="Arial" panose="020B0604020202020204" pitchFamily="34" charset="0"/>
              <a:buChar char="•"/>
            </a:pPr>
            <a:r>
              <a:rPr lang="en-IN" b="1" dirty="0"/>
              <a:t>Priority Queue Module</a:t>
            </a:r>
            <a:endParaRPr lang="en-IN" dirty="0"/>
          </a:p>
          <a:p>
            <a:pPr marL="742950" lvl="1" indent="-285750">
              <a:buFont typeface="Arial" panose="020B0604020202020204" pitchFamily="34" charset="0"/>
              <a:buChar char="•"/>
            </a:pPr>
            <a:r>
              <a:rPr lang="en-IN" dirty="0"/>
              <a:t>Add, view, and process urgent baggage</a:t>
            </a:r>
          </a:p>
          <a:p>
            <a:pPr marL="742950" lvl="1" indent="-285750">
              <a:buFont typeface="Arial" panose="020B0604020202020204" pitchFamily="34" charset="0"/>
              <a:buChar char="•"/>
            </a:pPr>
            <a:r>
              <a:rPr lang="en-IN" dirty="0"/>
              <a:t>Uses max-heap logic</a:t>
            </a:r>
          </a:p>
          <a:p>
            <a:pPr>
              <a:buFont typeface="Arial" panose="020B0604020202020204" pitchFamily="34" charset="0"/>
              <a:buChar char="•"/>
            </a:pPr>
            <a:r>
              <a:rPr lang="en-IN" b="1" dirty="0"/>
              <a:t>Circular Queue Module</a:t>
            </a:r>
            <a:endParaRPr lang="en-IN" dirty="0"/>
          </a:p>
          <a:p>
            <a:pPr marL="742950" lvl="1" indent="-285750">
              <a:buFont typeface="Arial" panose="020B0604020202020204" pitchFamily="34" charset="0"/>
              <a:buChar char="•"/>
            </a:pPr>
            <a:r>
              <a:rPr lang="en-IN" dirty="0"/>
              <a:t>Add, view, and process regular baggage</a:t>
            </a:r>
          </a:p>
          <a:p>
            <a:pPr marL="742950" lvl="1" indent="-285750">
              <a:buFont typeface="Arial" panose="020B0604020202020204" pitchFamily="34" charset="0"/>
              <a:buChar char="•"/>
            </a:pPr>
            <a:r>
              <a:rPr lang="en-IN" dirty="0"/>
              <a:t>FIFO order with circular logic</a:t>
            </a:r>
          </a:p>
          <a:p>
            <a:pPr>
              <a:buFont typeface="Arial" panose="020B0604020202020204" pitchFamily="34" charset="0"/>
              <a:buChar char="•"/>
            </a:pPr>
            <a:r>
              <a:rPr lang="en-IN" b="1" dirty="0"/>
              <a:t>Validation &amp; Error Handling</a:t>
            </a:r>
            <a:endParaRPr lang="en-IN" dirty="0"/>
          </a:p>
          <a:p>
            <a:pPr marL="742950" lvl="1" indent="-285750">
              <a:buFont typeface="Arial" panose="020B0604020202020204" pitchFamily="34" charset="0"/>
              <a:buChar char="•"/>
            </a:pPr>
            <a:r>
              <a:rPr lang="en-IN" dirty="0"/>
              <a:t>Checks for full/empty queues and invalid input</a:t>
            </a:r>
          </a:p>
          <a:p>
            <a:pPr>
              <a:buFont typeface="Arial" panose="020B0604020202020204" pitchFamily="34" charset="0"/>
              <a:buChar char="•"/>
            </a:pPr>
            <a:r>
              <a:rPr lang="en-IN" b="1" dirty="0"/>
              <a:t>Processing Module</a:t>
            </a:r>
            <a:endParaRPr lang="en-IN" dirty="0"/>
          </a:p>
          <a:p>
            <a:pPr marL="742950" lvl="1" indent="-285750">
              <a:buFont typeface="Arial" panose="020B0604020202020204" pitchFamily="34" charset="0"/>
              <a:buChar char="•"/>
            </a:pPr>
            <a:r>
              <a:rPr lang="en-IN" dirty="0"/>
              <a:t>Handles baggage based on queue type</a:t>
            </a:r>
          </a:p>
          <a:p>
            <a:pPr marL="742950" lvl="1" indent="-285750">
              <a:buFont typeface="Arial" panose="020B0604020202020204" pitchFamily="34" charset="0"/>
              <a:buChar char="•"/>
            </a:pPr>
            <a:r>
              <a:rPr lang="en-IN" dirty="0"/>
              <a:t>Displays processing status and next items</a:t>
            </a:r>
          </a:p>
          <a:p>
            <a:endParaRPr lang="en-IN" dirty="0"/>
          </a:p>
        </p:txBody>
      </p:sp>
    </p:spTree>
    <p:extLst>
      <p:ext uri="{BB962C8B-B14F-4D97-AF65-F5344CB8AC3E}">
        <p14:creationId xmlns:p14="http://schemas.microsoft.com/office/powerpoint/2010/main" val="632802758"/>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8EEDE-AE2B-91A0-B7AE-5F1F00C46760}"/>
              </a:ext>
            </a:extLst>
          </p:cNvPr>
          <p:cNvSpPr>
            <a:spLocks noGrp="1"/>
          </p:cNvSpPr>
          <p:nvPr>
            <p:ph type="title"/>
          </p:nvPr>
        </p:nvSpPr>
        <p:spPr>
          <a:xfrm>
            <a:off x="1270000" y="290240"/>
            <a:ext cx="8610600" cy="1293028"/>
          </a:xfrm>
        </p:spPr>
        <p:txBody>
          <a:bodyPr/>
          <a:lstStyle/>
          <a:p>
            <a:pPr algn="ctr"/>
            <a:r>
              <a:rPr lang="en-IN" b="1" dirty="0">
                <a:solidFill>
                  <a:schemeClr val="accent6">
                    <a:lumMod val="75000"/>
                  </a:schemeClr>
                </a:solidFill>
                <a:latin typeface="Algerian" panose="04020705040A02060702" pitchFamily="82" charset="0"/>
              </a:rPr>
              <a:t>Conclusion:</a:t>
            </a:r>
            <a:br>
              <a:rPr lang="en-IN" b="1" dirty="0"/>
            </a:br>
            <a:endParaRPr lang="en-IN" dirty="0"/>
          </a:p>
        </p:txBody>
      </p:sp>
      <p:sp>
        <p:nvSpPr>
          <p:cNvPr id="3" name="Content Placeholder 2">
            <a:extLst>
              <a:ext uri="{FF2B5EF4-FFF2-40B4-BE49-F238E27FC236}">
                <a16:creationId xmlns:a16="http://schemas.microsoft.com/office/drawing/2014/main" id="{19FDEC57-0CE0-62E6-0177-98284068158B}"/>
              </a:ext>
            </a:extLst>
          </p:cNvPr>
          <p:cNvSpPr>
            <a:spLocks noGrp="1"/>
          </p:cNvSpPr>
          <p:nvPr>
            <p:ph idx="1"/>
          </p:nvPr>
        </p:nvSpPr>
        <p:spPr>
          <a:xfrm>
            <a:off x="643467" y="1749778"/>
            <a:ext cx="10862733" cy="4468907"/>
          </a:xfrm>
        </p:spPr>
        <p:txBody>
          <a:bodyPr/>
          <a:lstStyle/>
          <a:p>
            <a:pPr>
              <a:buFont typeface="Arial" panose="020B0604020202020204" pitchFamily="34" charset="0"/>
              <a:buChar char="•"/>
            </a:pPr>
            <a:r>
              <a:rPr lang="en-IN" dirty="0"/>
              <a:t>Developed a simple airport baggage handling simulation</a:t>
            </a:r>
          </a:p>
          <a:p>
            <a:pPr>
              <a:buFont typeface="Arial" panose="020B0604020202020204" pitchFamily="34" charset="0"/>
              <a:buChar char="•"/>
            </a:pPr>
            <a:r>
              <a:rPr lang="en-IN" dirty="0"/>
              <a:t>Used </a:t>
            </a:r>
            <a:r>
              <a:rPr lang="en-IN" b="1" dirty="0"/>
              <a:t>Priority Queue</a:t>
            </a:r>
            <a:r>
              <a:rPr lang="en-IN" dirty="0"/>
              <a:t> for urgent items and </a:t>
            </a:r>
            <a:r>
              <a:rPr lang="en-IN" b="1" dirty="0"/>
              <a:t>Circular Queue</a:t>
            </a:r>
            <a:r>
              <a:rPr lang="en-IN" dirty="0"/>
              <a:t> for regular baggage</a:t>
            </a:r>
          </a:p>
          <a:p>
            <a:pPr>
              <a:buFont typeface="Arial" panose="020B0604020202020204" pitchFamily="34" charset="0"/>
              <a:buChar char="•"/>
            </a:pPr>
            <a:r>
              <a:rPr lang="en-IN" dirty="0"/>
              <a:t>Efficient queue management and processing</a:t>
            </a:r>
          </a:p>
          <a:p>
            <a:pPr>
              <a:buFont typeface="Arial" panose="020B0604020202020204" pitchFamily="34" charset="0"/>
              <a:buChar char="•"/>
            </a:pPr>
            <a:r>
              <a:rPr lang="en-IN" dirty="0"/>
              <a:t>Demonstrated real-time queue operations using C</a:t>
            </a:r>
          </a:p>
          <a:p>
            <a:pPr>
              <a:buFont typeface="Arial" panose="020B0604020202020204" pitchFamily="34" charset="0"/>
              <a:buChar char="•"/>
            </a:pPr>
            <a:r>
              <a:rPr lang="en-IN" dirty="0"/>
              <a:t>Practical understanding of data structures and their applications</a:t>
            </a:r>
          </a:p>
          <a:p>
            <a:pPr>
              <a:buFont typeface="Arial" panose="020B0604020202020204" pitchFamily="34" charset="0"/>
              <a:buChar char="•"/>
            </a:pPr>
            <a:r>
              <a:rPr lang="en-IN" dirty="0"/>
              <a:t>Scope for future enhancements like dynamic memory and GUI</a:t>
            </a:r>
          </a:p>
          <a:p>
            <a:endParaRPr lang="en-IN" dirty="0"/>
          </a:p>
        </p:txBody>
      </p:sp>
    </p:spTree>
    <p:extLst>
      <p:ext uri="{BB962C8B-B14F-4D97-AF65-F5344CB8AC3E}">
        <p14:creationId xmlns:p14="http://schemas.microsoft.com/office/powerpoint/2010/main" val="243458028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ree Thanks PowerPoint, Canva, and Google Slides Templates">
            <a:extLst>
              <a:ext uri="{FF2B5EF4-FFF2-40B4-BE49-F238E27FC236}">
                <a16:creationId xmlns:a16="http://schemas.microsoft.com/office/drawing/2014/main" id="{949BCB23-223A-EA13-4C26-96F2E4AD70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985" y="589491"/>
            <a:ext cx="10096030" cy="5679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27075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Vapor Trail</Template>
  <TotalTime>145</TotalTime>
  <Words>509</Words>
  <Application>Microsoft Office PowerPoint</Application>
  <PresentationFormat>Widescreen</PresentationFormat>
  <Paragraphs>76</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 Unicode MS</vt:lpstr>
      <vt:lpstr>Algerian</vt:lpstr>
      <vt:lpstr>Arial</vt:lpstr>
      <vt:lpstr>Artifakt Element Heavy</vt:lpstr>
      <vt:lpstr>Bauhaus 93</vt:lpstr>
      <vt:lpstr>Century Gothic</vt:lpstr>
      <vt:lpstr>Vapor Trail</vt:lpstr>
      <vt:lpstr>~ DSA PROJECT ~</vt:lpstr>
      <vt:lpstr>PowerPoint Presentation</vt:lpstr>
      <vt:lpstr>PowerPoint Presentation</vt:lpstr>
      <vt:lpstr>Introduction :-  </vt:lpstr>
      <vt:lpstr>PowerPoint Presentation</vt:lpstr>
      <vt:lpstr>Technologies Used:</vt:lpstr>
      <vt:lpstr>PowerPoint Presentation</vt:lpstr>
      <vt:lpstr>Features:</vt:lpstr>
      <vt:lpstr>Data Structures used:</vt:lpstr>
      <vt:lpstr>⚙️ Functional Model: </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rituraj52003@gmail.com</dc:creator>
  <cp:lastModifiedBy>rituraj52003@gmail.com</cp:lastModifiedBy>
  <cp:revision>2</cp:revision>
  <dcterms:created xsi:type="dcterms:W3CDTF">2025-04-04T07:54:35Z</dcterms:created>
  <dcterms:modified xsi:type="dcterms:W3CDTF">2025-04-14T10:46:49Z</dcterms:modified>
</cp:coreProperties>
</file>